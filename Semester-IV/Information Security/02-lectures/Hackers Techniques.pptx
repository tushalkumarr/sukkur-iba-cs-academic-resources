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1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0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B6E48-8290-48EB-AFEC-A3DAA71317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428" y="1122363"/>
            <a:ext cx="11114468" cy="2387600"/>
          </a:xfrm>
        </p:spPr>
        <p:txBody>
          <a:bodyPr/>
          <a:lstStyle/>
          <a:p>
            <a:r>
              <a:rPr lang="en-US" b="1" dirty="0"/>
              <a:t>Techniques used by 	</a:t>
            </a:r>
            <a:br>
              <a:rPr lang="en-US" b="1" dirty="0"/>
            </a:br>
            <a:r>
              <a:rPr lang="en-US" b="1" dirty="0"/>
              <a:t>Hackers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5 Phases of Hacking</a:t>
            </a:r>
          </a:p>
        </p:txBody>
      </p:sp>
    </p:spTree>
    <p:extLst>
      <p:ext uri="{BB962C8B-B14F-4D97-AF65-F5344CB8AC3E}">
        <p14:creationId xmlns:p14="http://schemas.microsoft.com/office/powerpoint/2010/main" val="323553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39" y="529039"/>
            <a:ext cx="11099778" cy="60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0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58" y="720547"/>
            <a:ext cx="10710259" cy="548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6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38" y="599672"/>
            <a:ext cx="10525527" cy="52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4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65" y="744760"/>
            <a:ext cx="10727028" cy="41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14" y="767902"/>
            <a:ext cx="10766537" cy="464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7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06" y="1193711"/>
            <a:ext cx="11060068" cy="331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9" y="355175"/>
            <a:ext cx="10872922" cy="559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5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34" y="787825"/>
            <a:ext cx="9874541" cy="420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90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90" y="614698"/>
            <a:ext cx="10679203" cy="55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58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8" y="583439"/>
            <a:ext cx="11078649" cy="539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5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48" y="447675"/>
            <a:ext cx="10347035" cy="58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2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89" y="1481607"/>
            <a:ext cx="10581471" cy="25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3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3" y="786544"/>
            <a:ext cx="10782434" cy="5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1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1" y="489666"/>
            <a:ext cx="10879965" cy="570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4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79" y="875964"/>
            <a:ext cx="11317847" cy="28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31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77" y="802380"/>
            <a:ext cx="10654183" cy="525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69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8" y="1055330"/>
            <a:ext cx="11199603" cy="46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7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71" y="512807"/>
            <a:ext cx="10771836" cy="565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37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68" y="1002942"/>
            <a:ext cx="10632316" cy="448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7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10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Techniques used by   Hackers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Techniques used by   Hackers</dc:title>
  <dc:creator>PC</dc:creator>
  <cp:lastModifiedBy>Tushal Kumar Dawani</cp:lastModifiedBy>
  <cp:revision>4</cp:revision>
  <dcterms:created xsi:type="dcterms:W3CDTF">2026-04-02T03:53:34Z</dcterms:created>
  <dcterms:modified xsi:type="dcterms:W3CDTF">2026-04-16T11:09:08Z</dcterms:modified>
</cp:coreProperties>
</file>