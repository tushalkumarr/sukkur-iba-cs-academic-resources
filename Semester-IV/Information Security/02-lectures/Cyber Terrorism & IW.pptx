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8" r:id="rId7"/>
    <p:sldId id="269" r:id="rId8"/>
    <p:sldId id="270" r:id="rId9"/>
    <p:sldId id="272" r:id="rId10"/>
    <p:sldId id="273" r:id="rId11"/>
    <p:sldId id="261" r:id="rId12"/>
    <p:sldId id="262" r:id="rId13"/>
    <p:sldId id="263" r:id="rId14"/>
    <p:sldId id="264" r:id="rId15"/>
    <p:sldId id="265" r:id="rId16"/>
    <p:sldId id="274" r:id="rId17"/>
    <p:sldId id="275" r:id="rId18"/>
    <p:sldId id="276" r:id="rId19"/>
    <p:sldId id="266" r:id="rId20"/>
    <p:sldId id="267" r:id="rId21"/>
    <p:sldId id="278" r:id="rId22"/>
    <p:sldId id="279" r:id="rId23"/>
    <p:sldId id="280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2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47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9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9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1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0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917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60500"/>
            <a:ext cx="10515600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B6E48-8290-48EB-AFEC-A3DAA713175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3386D-BB53-4A81-984A-4DBF55FC7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281" y="4864658"/>
            <a:ext cx="11114468" cy="847592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Cyber Terrorism and Information Warfare </a:t>
            </a:r>
            <a:r>
              <a:rPr lang="en-US" sz="4800" dirty="0">
                <a:solidFill>
                  <a:srgbClr val="FF000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6139" t="22982" r="1518"/>
          <a:stretch/>
        </p:blipFill>
        <p:spPr>
          <a:xfrm>
            <a:off x="8667482" y="53425"/>
            <a:ext cx="3524518" cy="36428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516" y="91645"/>
            <a:ext cx="4043966" cy="34886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95" y="91645"/>
            <a:ext cx="4306111" cy="348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3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10580"/>
            <a:ext cx="10515600" cy="781095"/>
          </a:xfrm>
        </p:spPr>
        <p:txBody>
          <a:bodyPr/>
          <a:lstStyle/>
          <a:p>
            <a:r>
              <a:rPr lang="en-US" b="1" dirty="0"/>
              <a:t>Cyber terrorism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429557"/>
            <a:ext cx="11048999" cy="49405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Terrorism</a:t>
            </a:r>
            <a:r>
              <a:rPr lang="en-US" dirty="0"/>
              <a:t> is the act of creating fear through violence to achieve specific goals.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Cyber </a:t>
            </a:r>
            <a:r>
              <a:rPr lang="en-US" b="1" dirty="0">
                <a:solidFill>
                  <a:srgbClr val="FF0000"/>
                </a:solidFill>
              </a:rPr>
              <a:t>terrorism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the use of the internet, computers, or digital networks to carry out attacks that create fear, panic, or harm people, governments, or organizations for political, ideological, or religious purposes.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b="1" dirty="0">
                <a:solidFill>
                  <a:srgbClr val="FF0000"/>
                </a:solidFill>
              </a:rPr>
              <a:t>Examples: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Hacking government or bank systems </a:t>
            </a:r>
          </a:p>
          <a:p>
            <a:r>
              <a:rPr lang="en-US" dirty="0"/>
              <a:t>Spreading extremist propaganda online </a:t>
            </a:r>
          </a:p>
          <a:p>
            <a:r>
              <a:rPr lang="en-US" dirty="0"/>
              <a:t>Launching </a:t>
            </a:r>
            <a:r>
              <a:rPr lang="en-US" dirty="0" smtClean="0"/>
              <a:t>cyber attacks </a:t>
            </a:r>
            <a:r>
              <a:rPr lang="en-US" dirty="0"/>
              <a:t>(like shutting down websites) </a:t>
            </a:r>
          </a:p>
          <a:p>
            <a:r>
              <a:rPr lang="en-US" dirty="0"/>
              <a:t>Threats or coordination of attacks through social media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6139" t="22982" r="1518"/>
          <a:stretch/>
        </p:blipFill>
        <p:spPr>
          <a:xfrm>
            <a:off x="8899301" y="3168205"/>
            <a:ext cx="3155323" cy="326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91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38" y="672317"/>
            <a:ext cx="7894079" cy="504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11" y="223460"/>
            <a:ext cx="10515600" cy="793971"/>
          </a:xfrm>
        </p:spPr>
        <p:txBody>
          <a:bodyPr/>
          <a:lstStyle/>
          <a:p>
            <a:r>
              <a:rPr lang="en-US" b="1" dirty="0" smtClean="0"/>
              <a:t>Real Life Example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697" y="1339402"/>
            <a:ext cx="10984606" cy="5125791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Ukraine </a:t>
            </a:r>
            <a:r>
              <a:rPr lang="en-US" b="1" dirty="0">
                <a:solidFill>
                  <a:srgbClr val="FF0000"/>
                </a:solidFill>
              </a:rPr>
              <a:t>Power Grid Attack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Hackers successfully shut down electricity in parts of Ukraine. This attack directly impacted civilians, proving that </a:t>
            </a:r>
            <a:r>
              <a:rPr lang="en-US" dirty="0" smtClean="0"/>
              <a:t>cyber attacks </a:t>
            </a:r>
            <a:r>
              <a:rPr lang="en-US" dirty="0"/>
              <a:t>can damage critical infrastructure and create fear similar to physical terrorism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ISIS Online Propaganda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group used the internet for recruitment, spreading fear, and propaganda. This shows that cyber terrorism is not only about hacking but also about influencing minds and spreading terror digitally.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355" y="2871989"/>
            <a:ext cx="3594277" cy="212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57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40" r="978"/>
          <a:stretch/>
        </p:blipFill>
        <p:spPr>
          <a:xfrm>
            <a:off x="1680234" y="618185"/>
            <a:ext cx="8635743" cy="519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6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2" y="128788"/>
            <a:ext cx="7899043" cy="34901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39" y="3773510"/>
            <a:ext cx="6706708" cy="28462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337" y="1345843"/>
            <a:ext cx="4059663" cy="15068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639" y="3899079"/>
            <a:ext cx="4618349" cy="259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74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61" y="530313"/>
            <a:ext cx="8245140" cy="523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5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534540"/>
            <a:ext cx="7029895" cy="50935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231" y="1323740"/>
            <a:ext cx="4613515" cy="351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53" y="312653"/>
            <a:ext cx="9395606" cy="54930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004" y="4361478"/>
            <a:ext cx="4213470" cy="23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5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863" y="596452"/>
            <a:ext cx="9631148" cy="527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046" y="274976"/>
            <a:ext cx="10515600" cy="793972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China </a:t>
            </a:r>
            <a:r>
              <a:rPr lang="en-US" b="1" dirty="0" smtClean="0"/>
              <a:t>Eagle </a:t>
            </a:r>
            <a:r>
              <a:rPr lang="en-US" b="1" dirty="0"/>
              <a:t>U</a:t>
            </a:r>
            <a:r>
              <a:rPr lang="en-US" b="1" dirty="0" smtClean="0"/>
              <a:t>nion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046" y="1068948"/>
            <a:ext cx="10817180" cy="520306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China Eagle Union</a:t>
            </a:r>
            <a:r>
              <a:rPr lang="en-US" dirty="0"/>
              <a:t> is believed to be a </a:t>
            </a:r>
            <a:r>
              <a:rPr lang="en-US" b="1" dirty="0"/>
              <a:t>Chinese hacker group</a:t>
            </a:r>
            <a:r>
              <a:rPr lang="en-US" dirty="0"/>
              <a:t> associated with cyber activities, especially in the early days of cyber warfare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What they are known for:</a:t>
            </a:r>
          </a:p>
          <a:p>
            <a:r>
              <a:rPr lang="en-US" sz="2400" dirty="0"/>
              <a:t>Conducting </a:t>
            </a:r>
            <a:r>
              <a:rPr lang="en-US" sz="2400" b="1" dirty="0"/>
              <a:t>hacking operations against foreign websites</a:t>
            </a:r>
            <a:r>
              <a:rPr lang="en-US" sz="2400" dirty="0"/>
              <a:t> </a:t>
            </a:r>
          </a:p>
          <a:p>
            <a:r>
              <a:rPr lang="en-US" sz="2400" dirty="0"/>
              <a:t>Involved in </a:t>
            </a:r>
            <a:r>
              <a:rPr lang="en-US" sz="2400" b="1" dirty="0"/>
              <a:t>cyber conflicts with other countries </a:t>
            </a:r>
            <a:r>
              <a:rPr lang="en-US" sz="1900" b="1" dirty="0"/>
              <a:t>(especially the U.S.)</a:t>
            </a:r>
            <a:r>
              <a:rPr lang="en-US" sz="1900" dirty="0"/>
              <a:t> </a:t>
            </a:r>
            <a:endParaRPr lang="en-US" sz="2400" dirty="0"/>
          </a:p>
          <a:p>
            <a:r>
              <a:rPr lang="en-US" sz="2400" dirty="0"/>
              <a:t>Promoting </a:t>
            </a:r>
            <a:r>
              <a:rPr lang="en-US" sz="2400" b="1" dirty="0"/>
              <a:t>nationalistic hacking (</a:t>
            </a:r>
            <a:r>
              <a:rPr lang="en-US" sz="2400" b="1" dirty="0" err="1"/>
              <a:t>hacktivism</a:t>
            </a:r>
            <a:r>
              <a:rPr lang="en-US" sz="2400" b="1" dirty="0"/>
              <a:t>) </a:t>
            </a:r>
            <a:endParaRPr lang="en-US" sz="2400" b="1" dirty="0" smtClean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b="1" dirty="0"/>
              <a:t>:</a:t>
            </a:r>
          </a:p>
          <a:p>
            <a:r>
              <a:rPr lang="en-US" dirty="0" smtClean="0"/>
              <a:t>If </a:t>
            </a:r>
            <a:r>
              <a:rPr lang="en-US" dirty="0"/>
              <a:t>political tension increases between two countries, groups like China Eagle Union may:</a:t>
            </a:r>
          </a:p>
          <a:p>
            <a:r>
              <a:rPr lang="en-US" dirty="0"/>
              <a:t>Deface websites </a:t>
            </a:r>
          </a:p>
          <a:p>
            <a:r>
              <a:rPr lang="en-US" dirty="0"/>
              <a:t>Launch </a:t>
            </a:r>
            <a:r>
              <a:rPr lang="en-US" dirty="0" smtClean="0"/>
              <a:t>cyber attacks </a:t>
            </a:r>
            <a:endParaRPr lang="en-US" dirty="0"/>
          </a:p>
          <a:p>
            <a:r>
              <a:rPr lang="en-US" dirty="0"/>
              <a:t>Spread digital propaganda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843" y="1734131"/>
            <a:ext cx="3747752" cy="24050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41" y="4804376"/>
            <a:ext cx="6246253" cy="191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78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012912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Economic attacks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032" y="1471750"/>
            <a:ext cx="8133881" cy="491461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049" y="2669414"/>
            <a:ext cx="4717263" cy="320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308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84" y="133308"/>
            <a:ext cx="6464120" cy="832608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Military operations attacks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71" y="1074133"/>
            <a:ext cx="11654307" cy="5352425"/>
          </a:xfrm>
        </p:spPr>
        <p:txBody>
          <a:bodyPr>
            <a:normAutofit/>
          </a:bodyPr>
          <a:lstStyle/>
          <a:p>
            <a:r>
              <a:rPr lang="en-US" dirty="0"/>
              <a:t>Military cyber attacks are actions where </a:t>
            </a:r>
            <a:r>
              <a:rPr lang="en-US" b="1" dirty="0"/>
              <a:t>computer systems are used to target a country’s defense and military infrastructure</a:t>
            </a:r>
            <a:r>
              <a:rPr lang="en-US" dirty="0"/>
              <a:t> to weaken its power or readiness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What do they target?</a:t>
            </a:r>
          </a:p>
          <a:p>
            <a:r>
              <a:rPr lang="en-US" dirty="0"/>
              <a:t>Army communication systems </a:t>
            </a:r>
          </a:p>
          <a:p>
            <a:r>
              <a:rPr lang="en-US" dirty="0"/>
              <a:t>Radar and surveillance systems </a:t>
            </a:r>
          </a:p>
          <a:p>
            <a:r>
              <a:rPr lang="en-US" dirty="0"/>
              <a:t>Missile control systems </a:t>
            </a:r>
          </a:p>
          <a:p>
            <a:r>
              <a:rPr lang="en-US" dirty="0"/>
              <a:t>Defense databases </a:t>
            </a:r>
          </a:p>
          <a:p>
            <a:r>
              <a:rPr lang="en-US" dirty="0"/>
              <a:t>Military satellites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560" y="3346160"/>
            <a:ext cx="6033858" cy="33766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672" y="1862249"/>
            <a:ext cx="3529196" cy="225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7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408" y="185307"/>
            <a:ext cx="9864144" cy="935639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Supervisory control and data acquisitions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408" y="1120946"/>
            <a:ext cx="11345186" cy="5395764"/>
          </a:xfrm>
        </p:spPr>
        <p:txBody>
          <a:bodyPr>
            <a:normAutofit/>
          </a:bodyPr>
          <a:lstStyle/>
          <a:p>
            <a:r>
              <a:rPr lang="en-US" sz="2400" b="1" dirty="0"/>
              <a:t>SCADA</a:t>
            </a:r>
            <a:r>
              <a:rPr lang="en-US" sz="2400" dirty="0"/>
              <a:t> stands for </a:t>
            </a:r>
            <a:r>
              <a:rPr lang="en-US" sz="2400" b="1" dirty="0"/>
              <a:t>Supervisory Control and Data Acquisition</a:t>
            </a:r>
            <a:r>
              <a:rPr lang="en-US" sz="2400" dirty="0"/>
              <a:t>. It is a system used to monitor and control industrial processes, infrastructure, and facility-based operations remotely. SCADA systems are critical for </a:t>
            </a:r>
            <a:r>
              <a:rPr lang="en-US" sz="2400" b="1" dirty="0"/>
              <a:t>national infrastructure</a:t>
            </a:r>
            <a:r>
              <a:rPr lang="en-US" sz="2400" dirty="0"/>
              <a:t>, which makes them a major target for cyber terrorism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2" y="4018041"/>
            <a:ext cx="8801130" cy="26731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958" y="4623180"/>
            <a:ext cx="2692641" cy="21322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397" y="2242725"/>
            <a:ext cx="7162800" cy="220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332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76821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Information warfare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48" y="1133342"/>
            <a:ext cx="10662633" cy="4351338"/>
          </a:xfrm>
        </p:spPr>
        <p:txBody>
          <a:bodyPr/>
          <a:lstStyle/>
          <a:p>
            <a:r>
              <a:rPr lang="en-US" sz="2400" b="1" dirty="0"/>
              <a:t>Information Warfare (IW)</a:t>
            </a:r>
            <a:r>
              <a:rPr lang="en-US" sz="2400" dirty="0"/>
              <a:t> refers to the </a:t>
            </a:r>
            <a:r>
              <a:rPr lang="en-US" sz="2400" b="1" dirty="0"/>
              <a:t>use and management of information to gain a strategic advantage over an opponent</a:t>
            </a:r>
            <a:r>
              <a:rPr lang="en-US" sz="2400" dirty="0"/>
              <a:t>. In modern contexts, it often involves </a:t>
            </a:r>
            <a:r>
              <a:rPr lang="en-US" sz="2400" b="1" dirty="0"/>
              <a:t>cyber operations, psychological operations, and disruption of communication systems</a:t>
            </a:r>
            <a:r>
              <a:rPr lang="en-US" sz="2400" dirty="0"/>
              <a:t>.</a:t>
            </a:r>
          </a:p>
          <a:p>
            <a:r>
              <a:rPr lang="en-US" dirty="0"/>
              <a:t>It’s not just hacking; it’s a </a:t>
            </a:r>
            <a:r>
              <a:rPr lang="en-US" b="1" dirty="0"/>
              <a:t>strategic battle over information</a:t>
            </a:r>
            <a:r>
              <a:rPr lang="en-US" dirty="0"/>
              <a:t>, affecting decision-making, public perception, and critical infrastructure.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48" y="3866948"/>
            <a:ext cx="8149182" cy="2385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418" y="3453694"/>
            <a:ext cx="5464386" cy="308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2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359" y="570425"/>
            <a:ext cx="9730593" cy="532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89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71" y="572572"/>
            <a:ext cx="10623229" cy="35615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01" y="4652560"/>
            <a:ext cx="7680437" cy="116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20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12" y="1285070"/>
            <a:ext cx="10238772" cy="301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93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44" y="262097"/>
            <a:ext cx="10515600" cy="742456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Actual cases Future trends 	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8514"/>
            <a:ext cx="10430814" cy="483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15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18" y="210873"/>
            <a:ext cx="10515600" cy="729577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Defense against cyber terrorism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349" y="940450"/>
            <a:ext cx="10817180" cy="4716463"/>
          </a:xfrm>
        </p:spPr>
        <p:txBody>
          <a:bodyPr>
            <a:normAutofit/>
          </a:bodyPr>
          <a:lstStyle/>
          <a:p>
            <a:r>
              <a:rPr lang="en-US" sz="2000" dirty="0"/>
              <a:t>Defense against cyber terrorism involves </a:t>
            </a:r>
            <a:r>
              <a:rPr lang="en-US" sz="2000" b="1" dirty="0"/>
              <a:t>protecting critical infrastructure, data, and information systems from malicious attacks</a:t>
            </a:r>
            <a:r>
              <a:rPr lang="en-US" sz="2000" dirty="0"/>
              <a:t> carried out by terrorists to cause disruption, fear, or economic loss. It’s a </a:t>
            </a:r>
            <a:r>
              <a:rPr lang="en-US" sz="2000" b="1" dirty="0"/>
              <a:t>multi-layered approach</a:t>
            </a:r>
            <a:r>
              <a:rPr lang="en-US" sz="2000" dirty="0"/>
              <a:t> combining technology, policies, and human awareness.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79" y="1952691"/>
            <a:ext cx="8016697" cy="45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77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63" y="652797"/>
            <a:ext cx="9780901" cy="528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91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57" y="656622"/>
            <a:ext cx="10675647" cy="484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555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339" y="1107583"/>
            <a:ext cx="9627866" cy="410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13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19" y="560835"/>
            <a:ext cx="9901183" cy="518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17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</TotalTime>
  <Words>373</Words>
  <Application>Microsoft Office PowerPoint</Application>
  <PresentationFormat>Widescreen</PresentationFormat>
  <Paragraphs>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Cyber Terrorism and Information Warfare  </vt:lpstr>
      <vt:lpstr>Cyber terrorism</vt:lpstr>
      <vt:lpstr>PowerPoint Presentation</vt:lpstr>
      <vt:lpstr>Real Life 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China Eagle Union   </vt:lpstr>
      <vt:lpstr> Economic attacks   </vt:lpstr>
      <vt:lpstr> Military operations attacks   </vt:lpstr>
      <vt:lpstr> Supervisory control and data acquisitions   </vt:lpstr>
      <vt:lpstr> Information warfare   </vt:lpstr>
      <vt:lpstr>PowerPoint Presentation</vt:lpstr>
      <vt:lpstr>PowerPoint Presentation</vt:lpstr>
      <vt:lpstr>PowerPoint Presentation</vt:lpstr>
      <vt:lpstr> Actual cases Future trends    </vt:lpstr>
      <vt:lpstr> Defense against cyber terrorism 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Techniques used by   Hackers</dc:title>
  <dc:creator>PC</dc:creator>
  <cp:lastModifiedBy>PC</cp:lastModifiedBy>
  <cp:revision>27</cp:revision>
  <dcterms:created xsi:type="dcterms:W3CDTF">2026-04-02T03:53:34Z</dcterms:created>
  <dcterms:modified xsi:type="dcterms:W3CDTF">2026-04-06T11:49:51Z</dcterms:modified>
</cp:coreProperties>
</file>